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142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Employee Payroll Management System</a:t>
            </a:r>
          </a:p>
        </p:txBody>
      </p:sp>
      <p:sp>
        <p:nvSpPr>
          <p:cNvPr id="3" name="Subtitle 2"/>
          <p:cNvSpPr>
            <a:spLocks noGrp="1"/>
          </p:cNvSpPr>
          <p:nvPr>
            <p:ph type="subTitle" idx="1"/>
          </p:nvPr>
        </p:nvSpPr>
        <p:spPr/>
        <p:txBody>
          <a:bodyPr/>
          <a:lstStyle/>
          <a:p>
            <a:r>
              <a:t>Project Overview | Database | Tech Stack | ER Model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The Employee Payroll Management System is designed to automate and simplify the process of managing employee information and payroll calculations. It ensures data accuracy, integrity, and provides an easy interface for both HR and management teams.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 and Abstraction</a:t>
            </a:r>
          </a:p>
        </p:txBody>
      </p:sp>
      <p:sp>
        <p:nvSpPr>
          <p:cNvPr id="3" name="Content Placeholder 2"/>
          <p:cNvSpPr>
            <a:spLocks noGrp="1"/>
          </p:cNvSpPr>
          <p:nvPr>
            <p:ph idx="1"/>
          </p:nvPr>
        </p:nvSpPr>
        <p:spPr/>
        <p:txBody>
          <a:bodyPr/>
          <a:lstStyle/>
          <a:p>
            <a:r>
              <a:t>🎯 Objective:</a:t>
            </a:r>
          </a:p>
          <a:p>
            <a:r>
              <a:t>• Automate employee and payroll data management.</a:t>
            </a:r>
          </a:p>
          <a:p>
            <a:r>
              <a:t>• Prevent duplicate entries and maintain consistency.</a:t>
            </a:r>
          </a:p>
          <a:p>
            <a:r>
              <a:t>• Ensure accurate payroll calculation with bonuses and deductions.</a:t>
            </a:r>
          </a:p>
          <a:p>
            <a:endParaRPr/>
          </a:p>
          <a:p>
            <a:r>
              <a:t>🔍 Abstraction:</a:t>
            </a:r>
          </a:p>
          <a:p>
            <a:r>
              <a:t>The system abstracts database complexity by allowing users to manage employees and payroll records through a user-friendly Java console interface connected to a MySQL database.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Database Overview</a:t>
            </a:r>
          </a:p>
        </p:txBody>
      </p:sp>
      <p:sp>
        <p:nvSpPr>
          <p:cNvPr id="3" name="Content Placeholder 2"/>
          <p:cNvSpPr>
            <a:spLocks noGrp="1"/>
          </p:cNvSpPr>
          <p:nvPr>
            <p:ph idx="1"/>
          </p:nvPr>
        </p:nvSpPr>
        <p:spPr/>
        <p:txBody>
          <a:bodyPr/>
          <a:lstStyle/>
          <a:p>
            <a:r>
              <a:t>The database 'pes' contains two core tables:</a:t>
            </a:r>
          </a:p>
          <a:p>
            <a:endParaRPr/>
          </a:p>
          <a:p>
            <a:r>
              <a:t>1️⃣ employees:</a:t>
            </a:r>
          </a:p>
          <a:p>
            <a:r>
              <a:t>   • id (Primary Key)</a:t>
            </a:r>
          </a:p>
          <a:p>
            <a:r>
              <a:t>   • name</a:t>
            </a:r>
          </a:p>
          <a:p>
            <a:r>
              <a:t>   • email (Unique)</a:t>
            </a:r>
          </a:p>
          <a:p>
            <a:r>
              <a:t>   • department</a:t>
            </a:r>
          </a:p>
          <a:p>
            <a:r>
              <a:t>   • hire_date</a:t>
            </a:r>
          </a:p>
          <a:p>
            <a:endParaRPr/>
          </a:p>
          <a:p>
            <a:r>
              <a:t>2️⃣ payrolls:</a:t>
            </a:r>
          </a:p>
          <a:p>
            <a:r>
              <a:t>   • id (Primary Key)</a:t>
            </a:r>
          </a:p>
          <a:p>
            <a:r>
              <a:t>   • employee_id (Foreign Key)</a:t>
            </a:r>
          </a:p>
          <a:p>
            <a:r>
              <a:t>   • basic_salary</a:t>
            </a:r>
          </a:p>
          <a:p>
            <a:r>
              <a:t>   • bonus</a:t>
            </a:r>
          </a:p>
          <a:p>
            <a:r>
              <a:t>   • deductions</a:t>
            </a:r>
          </a:p>
          <a:p>
            <a:r>
              <a:t>   • net_salary</a:t>
            </a:r>
          </a:p>
          <a:p>
            <a:r>
              <a:t>   • pay_date</a:t>
            </a:r>
          </a:p>
          <a:p>
            <a:endParaRPr/>
          </a:p>
          <a:p>
            <a:r>
              <a:t>✅ Relationship: One Employee ➡ Many Payroll Records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ER Diagram &amp; Cardinality</a:t>
            </a:r>
          </a:p>
        </p:txBody>
      </p:sp>
      <p:sp>
        <p:nvSpPr>
          <p:cNvPr id="3" name="Content Placeholder 2"/>
          <p:cNvSpPr>
            <a:spLocks noGrp="1"/>
          </p:cNvSpPr>
          <p:nvPr>
            <p:ph idx="1"/>
          </p:nvPr>
        </p:nvSpPr>
        <p:spPr/>
        <p:txBody>
          <a:bodyPr/>
          <a:lstStyle/>
          <a:p>
            <a:r>
              <a:t>• Each employee can have multiple payroll records (1 to Many relationship).</a:t>
            </a:r>
          </a:p>
          <a:p>
            <a:r>
              <a:t>• Each payroll entry belongs to one specific employee.</a:t>
            </a:r>
          </a:p>
          <a:p>
            <a:r>
              <a:t>• Cardinality Ratio: 1 : N (Employee : Payroll)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 Stack</a:t>
            </a:r>
          </a:p>
        </p:txBody>
      </p:sp>
      <p:sp>
        <p:nvSpPr>
          <p:cNvPr id="3" name="Content Placeholder 2"/>
          <p:cNvSpPr>
            <a:spLocks noGrp="1"/>
          </p:cNvSpPr>
          <p:nvPr>
            <p:ph idx="1"/>
          </p:nvPr>
        </p:nvSpPr>
        <p:spPr/>
        <p:txBody>
          <a:bodyPr/>
          <a:lstStyle/>
          <a:p>
            <a:r>
              <a:t>💻 Frontend / Interface: Java Console Application</a:t>
            </a:r>
          </a:p>
          <a:p>
            <a:r>
              <a:t>🧠 Backend Logic: Java (OOPs, JDBC)</a:t>
            </a:r>
          </a:p>
          <a:p>
            <a:r>
              <a:t>🗄 Database: MySQL</a:t>
            </a:r>
          </a:p>
          <a:p>
            <a:r>
              <a:t>🧩 Libraries Used: MySQL Connector/J, Log4J (for logging)</a:t>
            </a:r>
          </a:p>
          <a:p>
            <a:r>
              <a:t>☁ Tools: IntelliJ IDEA, MySQL Workbench</a:t>
            </a:r>
          </a:p>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Enhancements</a:t>
            </a:r>
          </a:p>
        </p:txBody>
      </p:sp>
      <p:sp>
        <p:nvSpPr>
          <p:cNvPr id="3" name="Content Placeholder 2"/>
          <p:cNvSpPr>
            <a:spLocks noGrp="1"/>
          </p:cNvSpPr>
          <p:nvPr>
            <p:ph idx="1"/>
          </p:nvPr>
        </p:nvSpPr>
        <p:spPr/>
        <p:txBody>
          <a:bodyPr/>
          <a:lstStyle/>
          <a:p>
            <a:r>
              <a:t>• Add a GUI using JavaFX or React for better usability.</a:t>
            </a:r>
          </a:p>
          <a:p>
            <a:r>
              <a:t>• Implement authentication for HR/Admin users.</a:t>
            </a:r>
          </a:p>
          <a:p>
            <a:r>
              <a:t>• Generate payroll slips in PDF format.</a:t>
            </a:r>
          </a:p>
          <a:p>
            <a:r>
              <a:t>• Host the system on a cloud database (AWS RDS / Azure SQL).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Employee Payroll System efficiently manages employee and payroll information with minimal errors. It demonstrates strong database relationships, Java–MySQL integration, and adheres to clean coding practices.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368</Words>
  <Application>Microsoft Office PowerPoint</Application>
  <PresentationFormat>On-screen Show (4:3)</PresentationFormat>
  <Paragraphs>49</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Employee Payroll Management System</vt:lpstr>
      <vt:lpstr>Introduction</vt:lpstr>
      <vt:lpstr>Objective and Abstraction</vt:lpstr>
      <vt:lpstr>Database Overview</vt:lpstr>
      <vt:lpstr>ER Diagram &amp; Cardinality</vt:lpstr>
      <vt:lpstr>Technology Stack</vt:lpstr>
      <vt:lpstr>Future Enhancements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Mudimadugu Rajani</cp:lastModifiedBy>
  <cp:revision>1</cp:revision>
  <dcterms:created xsi:type="dcterms:W3CDTF">2013-01-27T09:14:16Z</dcterms:created>
  <dcterms:modified xsi:type="dcterms:W3CDTF">2025-11-02T14:42:46Z</dcterms:modified>
  <cp:category/>
</cp:coreProperties>
</file>